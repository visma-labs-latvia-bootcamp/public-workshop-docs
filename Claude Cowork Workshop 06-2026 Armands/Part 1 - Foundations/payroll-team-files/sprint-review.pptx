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review - Payroll 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Sprint 14  -  2026-06-12  (fictional demo deck)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this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current view to Excel</a:t>
            </a:r>
          </a:p>
          <a:p>
            <a:r>
              <a:t>Bulk approve from toolbar (in progress)</a:t>
            </a:r>
          </a:p>
          <a:p>
            <a:r>
              <a:t>Performance fix for large runs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Colour-coded status chips</a:t>
            </a:r>
          </a:p>
          <a:p>
            <a:r>
              <a:t>Stackable filters</a:t>
            </a:r>
          </a:p>
          <a:p>
            <a:r>
              <a:t>Filter-aware totals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